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rathorepatan.github.io/future-tech-ppt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43779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7790" y="0"/>
            <a:ext cx="2437790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2437790" cy="10972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3371" y="0"/>
            <a:ext cx="2437790" cy="10972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1161" y="0"/>
            <a:ext cx="2437790" cy="10972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640080"/>
            <a:ext cx="3931920" cy="411480"/>
          </a:xfrm>
          <a:prstGeom prst="rect">
            <a:avLst/>
          </a:prstGeom>
          <a:solidFill>
            <a:srgbClr val="1E1E3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6583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3D"/>
                </a:solidFill>
                <a:latin typeface="Segoe UI"/>
              </a:rPr>
              <a:t>✦  LIVE INTERACTIVE PRESENTATION  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801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Rajasthan Health Facility Atlas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0AAC8"/>
                </a:solidFill>
                <a:latin typeface="Segoe UI"/>
              </a:rPr>
              <a:t>Interactive map &amp; dashboard of health facilities across Rajasthan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520440"/>
            <a:ext cx="3044952" cy="36576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840480"/>
            <a:ext cx="5788152" cy="777240"/>
          </a:xfrm>
          <a:prstGeom prst="rect">
            <a:avLst/>
          </a:prstGeom>
          <a:solidFill>
            <a:srgbClr val="3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840480"/>
            <a:ext cx="57881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hlinkClick r:id="rId2"/>
              </a:rPr>
              <a:t>  Click Here to Open Live Health Atlas  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8CDC"/>
                </a:solidFill>
                <a:latin typeface="Segoe UI"/>
              </a:rPr>
              <a:t>https://vrathorepatan.github.io/future-tech-ppt/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5A78"/>
                </a:solidFill>
                <a:latin typeface="Segoe UI"/>
              </a:rPr>
              <a:t>Interactive features: District-wise map  |  Health indicators  |  Filterable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790" cy="10972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2437790" cy="10972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5580" y="0"/>
            <a:ext cx="2437790" cy="10972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3371" y="0"/>
            <a:ext cx="2437790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1161" y="0"/>
            <a:ext cx="243779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How to Access the Rajasthan Health Atlas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D96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Click the blue button on Slide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BB9"/>
                </a:solidFill>
                <a:latin typeface="Segoe UI"/>
              </a:rPr>
              <a:t>Opens the live Rajasthan Health Facility Atlas in your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solidFill>
            <a:srgbClr val="32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D96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Explore the interactive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83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BB9"/>
                </a:solidFill>
                <a:latin typeface="Segoe UI"/>
              </a:rPr>
              <a:t>Click on districts, filter by indicator, toggle between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solidFill>
            <a:srgbClr val="461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D96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Or type the URL manually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BB9"/>
                </a:solidFill>
                <a:latin typeface="Segoe UI"/>
              </a:rPr>
              <a:t>https://vrathorepatan.github.io/future-tech-ppt/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6506E"/>
                </a:solidFill>
                <a:latin typeface="Segoe UI"/>
              </a:rPr>
              <a:t>Presentation includes: 6 animated slides • Live counters • Code viewer • Timeline • CTA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